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3"/>
    <p:restoredTop sz="94658"/>
  </p:normalViewPr>
  <p:slideViewPr>
    <p:cSldViewPr snapToGrid="0">
      <p:cViewPr varScale="1">
        <p:scale>
          <a:sx n="86" d="100"/>
          <a:sy n="86" d="100"/>
        </p:scale>
        <p:origin x="24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7707E-4E47-E519-3FD9-A3BE42F4A1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5E333-6705-BC5B-C028-51171EDEF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AD301-F2D9-894A-AAB5-C29AC43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CAE39-AF61-6F10-9AF1-60EDBC69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BD3A-F67B-94DB-28D0-A7B6C478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12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39EA-07B6-896A-218A-B73563F3A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0649-8132-7D60-DE95-B5B054009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14B6-5949-0995-C5FE-2AA6FDFD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1EF29-30CA-01DB-62A4-2E23CF2CD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93814-6B6E-448F-51D0-252F2A81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037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B634-4F21-FB20-85B7-3196C7B1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C5D5E-FD38-41C1-063B-A37688816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10382-1786-2B81-8B1F-39937BB5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9432C-F5C4-1180-00B6-63A8D0B8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CAEC6-BD94-25CA-F2AB-5DC9B6FB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96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07F3-4802-AB40-00EF-84822BD8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2019B-490B-AB72-30F9-D694CA4898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65613-143A-3241-24CC-E4A763BB5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3EEEC-E3C9-7ABD-C4FD-4931B43F1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0BA6C-A7F8-F4C8-6B33-8FDBFE29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FAF88-4598-59D4-8AB6-B7B22EE3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2611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43AB4-C82D-F733-D8B7-B8C4E408F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5D83E-9FD6-06E3-5604-FA05922B4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73895-364E-C872-035F-2AAE0736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A07FA-FDDA-5DCE-7486-C41C23603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BF71CE-1EC0-3A80-4F95-CBE6E117C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FB7DFC-6B9B-7889-F6C1-F2A05158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45C92-A124-2B7A-D49B-4D6FF9750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907C3-C452-35D0-153A-FBC090B5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4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CC6E-C034-2FFD-6F76-EA2BC6A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E4941-5B9E-8CEE-8FF9-AAF470704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19A77-26D8-E09F-F8CE-F585A203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0DEC7-BD22-FC7A-323B-C686D7C3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29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6A04AD-1234-44AA-1D24-2C487486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36852-FDDD-4B8C-6243-BB41F3B95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3F469-57CF-9952-C1A9-9C3FAD05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79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C2300-CCA2-55CF-3120-44B0758D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BBF72-4D26-9D10-09B8-56AB81C9B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04089-4CF2-E08C-EA50-3ADB45141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5E224-9C8D-86E8-CB89-03A10FBC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8DC96-EA2D-D088-3145-B20FE661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BCC44-F900-78B0-B74E-09722312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37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0638D-C01B-EC87-9B04-FC31FF8FB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D0D82-9F8F-024D-1148-221405F55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A95D5-4EFE-CFF7-D24F-207C21F91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FEAE9-9EF5-4777-3FA6-8CB39574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CA2982-EA13-1035-5F37-31D99EDF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5837-841D-BB49-E4BF-2BBABC6A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87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B13F-8607-1628-0E40-1D95617C3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300FB-CF0B-80EE-1C9A-EC295B9EAB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35BF6-4D78-E03C-C8A9-9939E838D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83156-51F2-DE32-7E3E-8BD8F0C2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7E0C7-715A-54D4-19E3-CD785F81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30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EA867A-F99F-312B-9969-40C72E61A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84A62-EC41-F8EC-57F3-6B654C40F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7EC8B-5DB7-1E2E-65FD-6AFBF2CE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80F74-BF22-E083-671D-1808DDE7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96A10-57E2-3FEF-6898-F324D32E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67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ABC8B-7B55-0873-F5C2-2524BEDC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D55A6-3CA0-7460-E240-8C0F6BDD8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B74F2-FABD-12FA-6A86-D58ADD8218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DF59C-AEA5-8946-9C22-086BDD134D51}" type="datetimeFigureOut">
              <a:rPr lang="de-DE" smtClean="0"/>
              <a:t>02.11.25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DE503-A630-3EEC-7BB8-2E8FAAE2B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D04E7-7C03-8206-D05F-7575D0131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9066F-3B7E-4249-8664-83DE2BBD7D5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6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6D055-C6A3-BE2E-08E4-57B571F68673}"/>
              </a:ext>
            </a:extLst>
          </p:cNvPr>
          <p:cNvSpPr txBox="1"/>
          <p:nvPr/>
        </p:nvSpPr>
        <p:spPr>
          <a:xfrm>
            <a:off x="4027893" y="2366126"/>
            <a:ext cx="3617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GESALP		 AI</a:t>
            </a:r>
            <a:endParaRPr lang="de-DE" sz="36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4E32-B310-D18C-8575-80AE17305FFD}"/>
              </a:ext>
            </a:extLst>
          </p:cNvPr>
          <p:cNvSpPr txBox="1"/>
          <p:nvPr/>
        </p:nvSpPr>
        <p:spPr>
          <a:xfrm>
            <a:off x="3481983" y="3371281"/>
            <a:ext cx="5228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Synthetic health data—privacy, speed, compliance</a:t>
            </a:r>
            <a:endParaRPr lang="de-DE" dirty="0"/>
          </a:p>
        </p:txBody>
      </p:sp>
      <p:pic>
        <p:nvPicPr>
          <p:cNvPr id="7" name="Picture 6" descr="A red circuit board with lines&#10;&#10;AI-generated content may be incorrect.">
            <a:extLst>
              <a:ext uri="{FF2B5EF4-FFF2-40B4-BE49-F238E27FC236}">
                <a16:creationId xmlns:a16="http://schemas.microsoft.com/office/drawing/2014/main" id="{9B519BE9-717B-9119-EF7E-D434AB94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42" t="18519" r="13865" b="15687"/>
          <a:stretch>
            <a:fillRect/>
          </a:stretch>
        </p:blipFill>
        <p:spPr>
          <a:xfrm>
            <a:off x="5991069" y="2358560"/>
            <a:ext cx="649573" cy="6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09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1D8C0-C1EC-3F78-C077-C25BDBB2BD4D}"/>
              </a:ext>
            </a:extLst>
          </p:cNvPr>
          <p:cNvSpPr txBox="1"/>
          <p:nvPr/>
        </p:nvSpPr>
        <p:spPr>
          <a:xfrm>
            <a:off x="2428406" y="3075057"/>
            <a:ext cx="79992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Real patient data: slow, costly, risky</a:t>
            </a:r>
            <a:endParaRPr lang="de-DE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8176F-929D-D658-2AFE-6E7EC8F63DD0}"/>
              </a:ext>
            </a:extLst>
          </p:cNvPr>
          <p:cNvSpPr txBox="1"/>
          <p:nvPr/>
        </p:nvSpPr>
        <p:spPr>
          <a:xfrm>
            <a:off x="2428406" y="2028299"/>
            <a:ext cx="23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Problem</a:t>
            </a:r>
            <a:endParaRPr lang="de-DE" sz="3600" b="1" dirty="0"/>
          </a:p>
        </p:txBody>
      </p:sp>
    </p:spTree>
    <p:extLst>
      <p:ext uri="{BB962C8B-B14F-4D97-AF65-F5344CB8AC3E}">
        <p14:creationId xmlns:p14="http://schemas.microsoft.com/office/powerpoint/2010/main" val="941103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B9A7F-F269-3CC4-2A99-34E8655CBED1}"/>
              </a:ext>
            </a:extLst>
          </p:cNvPr>
          <p:cNvSpPr txBox="1"/>
          <p:nvPr/>
        </p:nvSpPr>
        <p:spPr>
          <a:xfrm>
            <a:off x="2428406" y="3075057"/>
            <a:ext cx="862248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0" i="0" dirty="0">
                <a:effectLst/>
              </a:rPr>
              <a:t>Synthetic clinical datasets -</a:t>
            </a:r>
          </a:p>
          <a:p>
            <a:r>
              <a:rPr lang="en-US" sz="4000" b="0" i="0" dirty="0">
                <a:effectLst/>
              </a:rPr>
              <a:t>fast, privacy-safe, EU/Swiss compliant</a:t>
            </a:r>
            <a:endParaRPr lang="de-DE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20CB0-D039-B8BD-480B-DCB93BB0E158}"/>
              </a:ext>
            </a:extLst>
          </p:cNvPr>
          <p:cNvSpPr txBox="1"/>
          <p:nvPr/>
        </p:nvSpPr>
        <p:spPr>
          <a:xfrm>
            <a:off x="2428406" y="2028299"/>
            <a:ext cx="23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Solution</a:t>
            </a:r>
            <a:endParaRPr lang="de-DE" sz="3600" b="1" dirty="0"/>
          </a:p>
        </p:txBody>
      </p:sp>
    </p:spTree>
    <p:extLst>
      <p:ext uri="{BB962C8B-B14F-4D97-AF65-F5344CB8AC3E}">
        <p14:creationId xmlns:p14="http://schemas.microsoft.com/office/powerpoint/2010/main" val="1304766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D700-4CC2-CA47-F3DD-16CF92F8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74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E5774-9083-2305-3133-AFEE469C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416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50B21-0BE1-F4A0-97D8-8315B668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13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5C27-6C86-9DDB-38A8-954D2CFE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300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4492C-B150-36B6-EBA7-F5E4D831A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15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55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</Words>
  <Application>Microsoft Macintosh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KOGULAN NATARAJAN</dc:creator>
  <cp:lastModifiedBy>KOGULAN NATARAJAN</cp:lastModifiedBy>
  <cp:revision>3</cp:revision>
  <dcterms:created xsi:type="dcterms:W3CDTF">2025-11-02T12:48:49Z</dcterms:created>
  <dcterms:modified xsi:type="dcterms:W3CDTF">2025-11-02T12:58:09Z</dcterms:modified>
</cp:coreProperties>
</file>